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68" r:id="rId4"/>
    <p:sldId id="26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2" d="100"/>
          <a:sy n="112" d="100"/>
        </p:scale>
        <p:origin x="-948" y="-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BACA54-1568-4920-9055-8DDF7EAD1F52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F02A2F-290D-476F-832C-03267B4F7E7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71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57213-9536-435E-9E04-6A636D3E078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00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57213-9536-435E-9E04-6A636D3E078C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002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257213-9536-435E-9E04-6A636D3E078C}" type="slidenum">
              <a:rPr lang="en-US" smtClean="0">
                <a:solidFill>
                  <a:prstClr val="black"/>
                </a:solidFill>
              </a:rPr>
              <a:pPr/>
              <a:t>4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63002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18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065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814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6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92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619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07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745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990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6301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034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1DDCEA-E07B-4511-8808-63B1BDBEC50B}" type="datetimeFigureOut">
              <a:rPr lang="en-US" smtClean="0"/>
              <a:pPr/>
              <a:t>5/2/2013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BAE92-7A95-4F4D-A9E0-F06E43F3676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966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  <p:txBody>
          <a:bodyPr>
            <a:normAutofit/>
          </a:bodyPr>
          <a:lstStyle/>
          <a:p>
            <a:r>
              <a:rPr lang="en-US" sz="5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Seat Installer</a:t>
            </a:r>
            <a:endParaRPr lang="en-US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76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May 2013</a:t>
            </a:r>
            <a:endParaRPr lang="en-US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61373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5132" y="762000"/>
            <a:ext cx="4846468" cy="457200"/>
          </a:xfrm>
        </p:spPr>
        <p:txBody>
          <a:bodyPr>
            <a:normAutofit/>
          </a:bodyPr>
          <a:lstStyle/>
          <a:p>
            <a:pPr algn="l"/>
            <a:r>
              <a:rPr lang="en-US" sz="2400" dirty="0" smtClean="0"/>
              <a:t>Machined Surfaces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1028" name="Picture 4" descr="C:\WORK\Designs\Tooling\Seat Installer\JPEGs\Precision table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2971800"/>
            <a:ext cx="3959225" cy="3347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WORK\Designs\Tooling\Seat Installer\JPEGs\Precision table_underneath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799" y="1219200"/>
            <a:ext cx="3402641" cy="312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800600" y="5183988"/>
            <a:ext cx="1981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Locating Datum A</a:t>
            </a:r>
          </a:p>
          <a:p>
            <a:r>
              <a:rPr lang="en-US" dirty="0" smtClean="0"/>
              <a:t>  Cold-rolled plate</a:t>
            </a:r>
            <a:endParaRPr lang="en-US" dirty="0"/>
          </a:p>
        </p:txBody>
      </p:sp>
      <p:cxnSp>
        <p:nvCxnSpPr>
          <p:cNvPr id="8" name="Straight Arrow Connector 7"/>
          <p:cNvCxnSpPr>
            <a:stCxn id="4" idx="1"/>
          </p:cNvCxnSpPr>
          <p:nvPr/>
        </p:nvCxnSpPr>
        <p:spPr>
          <a:xfrm flipH="1">
            <a:off x="3429000" y="5507154"/>
            <a:ext cx="1371600" cy="131646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8824" y="19812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Datum C machined concentric</a:t>
            </a:r>
          </a:p>
          <a:p>
            <a:r>
              <a:rPr lang="en-US" dirty="0"/>
              <a:t> </a:t>
            </a:r>
            <a:r>
              <a:rPr lang="en-US" dirty="0" smtClean="0"/>
              <a:t> to datum A and parallel to datum B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4419600" y="3810000"/>
            <a:ext cx="2819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Datum B machined at precise offset from rear pivot to ensure parallelism with bottom plate</a:t>
            </a:r>
            <a:endParaRPr lang="en-US" dirty="0"/>
          </a:p>
        </p:txBody>
      </p:sp>
      <p:cxnSp>
        <p:nvCxnSpPr>
          <p:cNvPr id="11" name="Straight Arrow Connector 10"/>
          <p:cNvCxnSpPr>
            <a:stCxn id="15" idx="3"/>
          </p:cNvCxnSpPr>
          <p:nvPr/>
        </p:nvCxnSpPr>
        <p:spPr>
          <a:xfrm flipV="1">
            <a:off x="7239000" y="3581400"/>
            <a:ext cx="914400" cy="828765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14" idx="2"/>
          </p:cNvCxnSpPr>
          <p:nvPr/>
        </p:nvCxnSpPr>
        <p:spPr>
          <a:xfrm>
            <a:off x="2587624" y="2627531"/>
            <a:ext cx="688976" cy="171587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5" idx="0"/>
          </p:cNvCxnSpPr>
          <p:nvPr/>
        </p:nvCxnSpPr>
        <p:spPr>
          <a:xfrm flipV="1">
            <a:off x="5829300" y="1604682"/>
            <a:ext cx="186018" cy="2205318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544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2438400" cy="4572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FEA Analysis </a:t>
            </a:r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81000" y="1447800"/>
            <a:ext cx="34400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Deflection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Max. = .006” @ 4,000 lb. load</a:t>
            </a:r>
          </a:p>
          <a:p>
            <a:r>
              <a:rPr lang="en-US" sz="1400" dirty="0" smtClean="0"/>
              <a:t>Factor Of Safety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Min. = 4.4 @ 4,000 lb. load</a:t>
            </a:r>
          </a:p>
        </p:txBody>
      </p:sp>
      <p:pic>
        <p:nvPicPr>
          <p:cNvPr id="1028" name="Picture 4" descr="C:\WORK\Designs\Tooling\Seat Installer\JPEGs\FEA\Displacement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2362200"/>
            <a:ext cx="3598862" cy="2342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3" descr="G:\Displacement.JPG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51" r="10931"/>
          <a:stretch/>
        </p:blipFill>
        <p:spPr bwMode="auto">
          <a:xfrm>
            <a:off x="5945108" y="1219200"/>
            <a:ext cx="2589292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 descr="G:\FOS.JP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36" r="10627"/>
          <a:stretch/>
        </p:blipFill>
        <p:spPr bwMode="auto">
          <a:xfrm>
            <a:off x="5710097" y="3886199"/>
            <a:ext cx="2824303" cy="2667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/>
          <p:cNvSpPr txBox="1"/>
          <p:nvPr/>
        </p:nvSpPr>
        <p:spPr>
          <a:xfrm>
            <a:off x="3352800" y="1328282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Deflection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.001” @ 2,000 normal force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3200" y="835223"/>
            <a:ext cx="1371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12” 150# Seat</a:t>
            </a:r>
          </a:p>
        </p:txBody>
      </p:sp>
      <p:cxnSp>
        <p:nvCxnSpPr>
          <p:cNvPr id="7" name="Straight Connector 6"/>
          <p:cNvCxnSpPr>
            <a:stCxn id="22" idx="2"/>
          </p:cNvCxnSpPr>
          <p:nvPr/>
        </p:nvCxnSpPr>
        <p:spPr>
          <a:xfrm>
            <a:off x="4724400" y="1851502"/>
            <a:ext cx="2133600" cy="89169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352800" y="4572000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/>
              <a:t>Factor Of Safety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1400" dirty="0" smtClean="0"/>
              <a:t>6 @ 2,000 normal force</a:t>
            </a:r>
          </a:p>
        </p:txBody>
      </p:sp>
      <p:cxnSp>
        <p:nvCxnSpPr>
          <p:cNvPr id="26" name="Straight Connector 25"/>
          <p:cNvCxnSpPr>
            <a:stCxn id="25" idx="2"/>
          </p:cNvCxnSpPr>
          <p:nvPr/>
        </p:nvCxnSpPr>
        <p:spPr>
          <a:xfrm>
            <a:off x="4724400" y="5095220"/>
            <a:ext cx="1862831" cy="453324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81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762000"/>
            <a:ext cx="2438400" cy="457200"/>
          </a:xfrm>
        </p:spPr>
        <p:txBody>
          <a:bodyPr>
            <a:normAutofit/>
          </a:bodyPr>
          <a:lstStyle/>
          <a:p>
            <a:r>
              <a:rPr lang="en-US" sz="2400" dirty="0" smtClean="0"/>
              <a:t>Controls</a:t>
            </a:r>
            <a:endParaRPr lang="en-US" sz="2400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9144000" cy="445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4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1148</TotalTime>
  <Words>91</Words>
  <Application>Microsoft Office PowerPoint</Application>
  <PresentationFormat>On-screen Show (4:3)</PresentationFormat>
  <Paragraphs>22</Paragraphs>
  <Slides>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Seat Installer</vt:lpstr>
      <vt:lpstr>Machined Surfaces</vt:lpstr>
      <vt:lpstr>FEA Analysis </vt:lpstr>
      <vt:lpstr>Controls</vt:lpstr>
    </vt:vector>
  </TitlesOfParts>
  <Company>Cameron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SBV Paint Line System</dc:title>
  <dc:creator>Cameron</dc:creator>
  <cp:lastModifiedBy>O'Nan, Ralph</cp:lastModifiedBy>
  <cp:revision>96</cp:revision>
  <dcterms:created xsi:type="dcterms:W3CDTF">2013-01-17T16:58:19Z</dcterms:created>
  <dcterms:modified xsi:type="dcterms:W3CDTF">2013-05-02T18:48:29Z</dcterms:modified>
</cp:coreProperties>
</file>