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10" r:id="rId2"/>
    <p:sldId id="309" r:id="rId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>
      <p:cViewPr>
        <p:scale>
          <a:sx n="100" d="100"/>
          <a:sy n="100" d="100"/>
        </p:scale>
        <p:origin x="-1338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60857CC-133C-4313-98C1-D41C7FBCA98D}" type="datetimeFigureOut">
              <a:rPr lang="en-US" smtClean="0"/>
              <a:pPr/>
              <a:t>9/5/2013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3E48FE0-987C-4C16-AC95-A96042C56B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0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734E4A-B78E-461D-A944-F2EEA470A357}" type="slidenum">
              <a:rPr lang="en-US" smtClean="0">
                <a:solidFill>
                  <a:prstClr val="black"/>
                </a:solidFill>
                <a:latin typeface="Arial" charset="0"/>
              </a:rPr>
              <a:pPr/>
              <a:t>1</a:t>
            </a:fld>
            <a:endParaRPr lang="en-US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734E4A-B78E-461D-A944-F2EEA470A357}" type="slidenum">
              <a:rPr lang="en-US" smtClean="0">
                <a:solidFill>
                  <a:prstClr val="black"/>
                </a:solidFill>
                <a:latin typeface="Arial" charset="0"/>
              </a:rPr>
              <a:pPr/>
              <a:t>2</a:t>
            </a:fld>
            <a:endParaRPr lang="en-US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Inside_header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-12700"/>
            <a:ext cx="914400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24000" y="838200"/>
            <a:ext cx="7239000" cy="685800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24000" y="1600200"/>
            <a:ext cx="7239000" cy="457200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A11D34"/>
                </a:solidFill>
              </a:defRPr>
            </a:lvl1pPr>
            <a:lvl2pPr marL="341313" indent="0">
              <a:buFontTx/>
              <a:buNone/>
              <a:defRPr sz="2400"/>
            </a:lvl2pPr>
            <a:lvl3pPr marL="798513" indent="-225425">
              <a:buFont typeface="Arial" pitchFamily="34" charset="0"/>
              <a:buChar char="–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743792" y="6477000"/>
            <a:ext cx="4019208" cy="304800"/>
          </a:xfrm>
          <a:prstGeom prst="rect">
            <a:avLst/>
          </a:prstGeom>
        </p:spPr>
        <p:txBody>
          <a:bodyPr/>
          <a:lstStyle>
            <a:lvl1pPr algn="r"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81000" y="6451600"/>
            <a:ext cx="8382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381000" y="1231900"/>
            <a:ext cx="8382000" cy="0"/>
          </a:xfrm>
          <a:prstGeom prst="line">
            <a:avLst/>
          </a:prstGeom>
          <a:noFill/>
          <a:ln w="57150">
            <a:solidFill>
              <a:srgbClr val="0C2D8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057400"/>
            <a:ext cx="7772400" cy="1543050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2D83"/>
                </a:solidFill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095750" y="3924300"/>
            <a:ext cx="4495800" cy="104775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80000"/>
              </a:lnSpc>
              <a:buFont typeface="Wingdings 2" pitchFamily="18" charset="2"/>
              <a:buNone/>
              <a:defRPr sz="2400">
                <a:latin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banner_main.tif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677863"/>
            <a:ext cx="9144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Cvr_Footer.jpg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0" y="6351588"/>
            <a:ext cx="9144000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CORP.jpg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347" y="4250574"/>
            <a:ext cx="7772400" cy="4572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defRPr sz="3200">
                <a:solidFill>
                  <a:srgbClr val="A11D3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2947" y="4800600"/>
            <a:ext cx="6400800" cy="457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A11D3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side_header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-12700"/>
            <a:ext cx="914400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 descr="banner_main.tif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175" y="1600200"/>
            <a:ext cx="4337050" cy="321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4335463" y="1600200"/>
            <a:ext cx="4810125" cy="3213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700" dirty="0">
              <a:solidFill>
                <a:srgbClr val="FFFFFF"/>
              </a:solidFill>
              <a:ea typeface="ＭＳ Ｐゴシック" pitchFamily="78" charset="-128"/>
              <a:cs typeface="Arial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743792" y="6477000"/>
            <a:ext cx="4019208" cy="304800"/>
          </a:xfrm>
          <a:prstGeom prst="rect">
            <a:avLst/>
          </a:prstGeom>
        </p:spPr>
        <p:txBody>
          <a:bodyPr/>
          <a:lstStyle>
            <a:lvl1pPr algn="r"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95800" y="1828800"/>
            <a:ext cx="4495800" cy="2743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00"/>
              </a:lnSpc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1313" indent="0">
              <a:buFontTx/>
              <a:buNone/>
              <a:defRPr/>
            </a:lvl2pPr>
            <a:lvl3pPr marL="798513" indent="-225425">
              <a:buFont typeface="Arial" pitchFamily="34" charset="0"/>
              <a:buChar char="–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B5CD95B9-C9F4-4AE1-89B0-CCD720181651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C7992927-3117-4C1C-87A1-30945DE81F71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76200"/>
            <a:ext cx="7239000" cy="838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67200" cy="5257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267200" cy="5257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8A9B0E06-4FDA-4DC5-B104-64EA5D7AD28B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A4D535FE-07DF-4E71-A174-07AA44E9CBF4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76200"/>
            <a:ext cx="7239000" cy="838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D1E0FEA2-3430-4BC8-8269-1BEE5493D6C0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6DF947A9-EF28-4517-B8D8-9A79C6FC692A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1A8BDB95-3806-46C0-BE25-E5D265F0392D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97880C2D-5576-4A5C-85EB-A374EC6E03B1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76200"/>
            <a:ext cx="7239000" cy="838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066800"/>
            <a:ext cx="8686800" cy="5257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04B5AC82-E251-4CDE-81EC-BD22857A904D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"/>
            <a:ext cx="2171700" cy="6248400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627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50" y="6629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smtClean="0">
                <a:solidFill>
                  <a:srgbClr val="000000"/>
                </a:solidFill>
                <a:latin typeface="Times New Roman" pitchFamily="18" charset="0"/>
              </a:rPr>
              <a:t>Created by NGB/CFX </a:t>
            </a:r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6477000"/>
            <a:ext cx="48768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>
                <a:solidFill>
                  <a:srgbClr val="000000"/>
                </a:solidFill>
                <a:latin typeface="Times New Roman" pitchFamily="18" charset="0"/>
              </a:rPr>
              <a:t>Guarding America – Defending Freedom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628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fld id="{9ECE82F0-DAEC-4806-B109-AA26CDCC4B31}" type="slidenum">
              <a:rPr lang="en-US" sz="700">
                <a:solidFill>
                  <a:srgbClr val="000000"/>
                </a:solidFill>
                <a:latin typeface="Times New Roman" pitchFamily="18" charset="0"/>
              </a:rPr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en-US" sz="7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side_heade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838200"/>
            <a:ext cx="7239000" cy="685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24000" y="1600200"/>
            <a:ext cx="7239000" cy="45720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A11D34"/>
                </a:solidFill>
              </a:defRPr>
            </a:lvl1pPr>
            <a:lvl2pPr marL="341313" indent="0">
              <a:buFontTx/>
              <a:buNone/>
              <a:defRPr sz="1800"/>
            </a:lvl2pPr>
            <a:lvl3pPr marL="798513" indent="-225425">
              <a:buFont typeface="Arial" pitchFamily="34" charset="0"/>
              <a:buChar char="–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3855" y="6455420"/>
            <a:ext cx="18646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1000" dirty="0">
                <a:solidFill>
                  <a:srgbClr val="000000">
                    <a:lumMod val="50000"/>
                    <a:lumOff val="50000"/>
                  </a:srgbClr>
                </a:solidFill>
                <a:latin typeface="Times New Roman" pitchFamily="18" charset="0"/>
              </a:rPr>
              <a:t>VALVES &amp; MEASUREMENT</a:t>
            </a:r>
          </a:p>
        </p:txBody>
      </p:sp>
    </p:spTree>
    <p:extLst>
      <p:ext uri="{BB962C8B-B14F-4D97-AF65-F5344CB8AC3E}">
        <p14:creationId xmlns:p14="http://schemas.microsoft.com/office/powerpoint/2010/main" val="36942841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Inside_header.jpg"/>
          <p:cNvPicPr>
            <a:picLocks noChangeAspect="1"/>
          </p:cNvPicPr>
          <p:nvPr userDrawn="1"/>
        </p:nvPicPr>
        <p:blipFill>
          <a:blip r:embed="rId17" cstate="screen"/>
          <a:srcRect/>
          <a:stretch>
            <a:fillRect/>
          </a:stretch>
        </p:blipFill>
        <p:spPr bwMode="auto">
          <a:xfrm>
            <a:off x="0" y="-12700"/>
            <a:ext cx="914400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>
    <p:fade thruBlk="1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 Unicode MS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85000"/>
        <a:buFont typeface="Wingdings 2" pitchFamily="18" charset="2"/>
        <a:buChar char="ö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85000"/>
        <a:buFont typeface="Wingdings 2" pitchFamily="18" charset="2"/>
        <a:buChar char="®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" pitchFamily="2" charset="2"/>
        <a:buChar char="Ø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 2" pitchFamily="18" charset="2"/>
        <a:buChar char="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 2" pitchFamily="18" charset="2"/>
        <a:buChar char="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 2" pitchFamily="18" charset="2"/>
        <a:buChar char="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 2" pitchFamily="18" charset="2"/>
        <a:buChar char="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 2" pitchFamily="18" charset="2"/>
        <a:buChar char="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75000"/>
        <a:buFont typeface="Wingdings 2" pitchFamily="18" charset="2"/>
        <a:buChar char="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609600"/>
            <a:ext cx="5410199" cy="622300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Seat Assembly – Current Method</a:t>
            </a:r>
            <a:endParaRPr lang="en-US" sz="2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7590981" y="4648200"/>
            <a:ext cx="914400" cy="914400"/>
          </a:xfrm>
          <a:prstGeom prst="line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84" t="4948" r="35551" b="7732"/>
          <a:stretch/>
        </p:blipFill>
        <p:spPr bwMode="auto">
          <a:xfrm>
            <a:off x="533400" y="1600200"/>
            <a:ext cx="2085975" cy="403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itle 6"/>
          <p:cNvSpPr txBox="1">
            <a:spLocks/>
          </p:cNvSpPr>
          <p:nvPr/>
        </p:nvSpPr>
        <p:spPr>
          <a:xfrm>
            <a:off x="2895600" y="1409699"/>
            <a:ext cx="3953319" cy="21907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Current method of installing seats: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Not ergonomic; operator has to manually drive the seats in with heavy tooling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Potential for damaging </a:t>
            </a: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seats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Makes installation of </a:t>
            </a:r>
            <a:r>
              <a:rPr lang="en-US" sz="1600" b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trunnions</a:t>
            </a: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difficult because seat is lifting ball up</a:t>
            </a:r>
            <a:endParaRPr lang="en-US" sz="1600" b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en-US" sz="1600" b="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endParaRPr lang="en-US" sz="16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 descr="C:\Users\99704\Desktop\IMG-20130905-00603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88"/>
          <a:stretch/>
        </p:blipFill>
        <p:spPr bwMode="auto">
          <a:xfrm>
            <a:off x="2895600" y="3352800"/>
            <a:ext cx="2642966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99704\Desktop\IMG-20130905-0060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130" y="3415737"/>
            <a:ext cx="2964084" cy="222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6"/>
          <p:cNvSpPr txBox="1">
            <a:spLocks/>
          </p:cNvSpPr>
          <p:nvPr/>
        </p:nvSpPr>
        <p:spPr>
          <a:xfrm>
            <a:off x="2971800" y="5676900"/>
            <a:ext cx="2824147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600" b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Trunnion</a:t>
            </a: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hole not lined </a:t>
            </a: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up</a:t>
            </a:r>
            <a:endParaRPr lang="en-US" sz="16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6"/>
          <p:cNvSpPr txBox="1">
            <a:spLocks/>
          </p:cNvSpPr>
          <p:nvPr/>
        </p:nvSpPr>
        <p:spPr>
          <a:xfrm>
            <a:off x="5864017" y="5676900"/>
            <a:ext cx="2824147" cy="533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600" b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Trunnions</a:t>
            </a:r>
            <a:r>
              <a:rPr lang="en-US" sz="16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have to be driven in with </a:t>
            </a:r>
            <a:r>
              <a:rPr lang="en-US" sz="1600" b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deadblow</a:t>
            </a:r>
            <a:endParaRPr lang="en-US" sz="16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69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1" y="609600"/>
            <a:ext cx="2133600" cy="622300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Seat Installer</a:t>
            </a:r>
            <a:endParaRPr lang="en-US" sz="2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 descr="C:\Users\99704\Desktop\Installer JPEGs\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82"/>
          <a:stretch/>
        </p:blipFill>
        <p:spPr bwMode="auto">
          <a:xfrm>
            <a:off x="4038600" y="609600"/>
            <a:ext cx="1828800" cy="217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99704\Desktop\Installer JPEGs\Seat installer_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3200400" cy="411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99704\Desktop\Installer JPEGs\2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58"/>
          <a:stretch/>
        </p:blipFill>
        <p:spPr bwMode="auto">
          <a:xfrm>
            <a:off x="7068438" y="619125"/>
            <a:ext cx="1923162" cy="170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6"/>
          <p:cNvSpPr txBox="1">
            <a:spLocks/>
          </p:cNvSpPr>
          <p:nvPr/>
        </p:nvSpPr>
        <p:spPr>
          <a:xfrm>
            <a:off x="3048000" y="1362075"/>
            <a:ext cx="1600200" cy="381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Place seat</a:t>
            </a:r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7590981" y="4648200"/>
            <a:ext cx="914400" cy="914400"/>
          </a:xfrm>
          <a:prstGeom prst="line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 flipV="1">
            <a:off x="4243388" y="1304925"/>
            <a:ext cx="585788" cy="16637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itle 6"/>
          <p:cNvSpPr txBox="1">
            <a:spLocks/>
          </p:cNvSpPr>
          <p:nvPr/>
        </p:nvSpPr>
        <p:spPr>
          <a:xfrm>
            <a:off x="6781800" y="2401932"/>
            <a:ext cx="2209800" cy="7678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Lower table. Table will</a:t>
            </a:r>
          </a:p>
          <a:p>
            <a:pPr algn="l"/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automatically stop at</a:t>
            </a:r>
          </a:p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correct position</a:t>
            </a:r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9" name="Picture 5" descr="C:\Users\99704\Desktop\Installer JPEGs\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03" y="3200400"/>
            <a:ext cx="1773972" cy="167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6"/>
          <p:cNvSpPr txBox="1">
            <a:spLocks/>
          </p:cNvSpPr>
          <p:nvPr/>
        </p:nvSpPr>
        <p:spPr>
          <a:xfrm>
            <a:off x="4038600" y="4876800"/>
            <a:ext cx="2005012" cy="55227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3. Expand mandrel to </a:t>
            </a:r>
          </a:p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grip seat</a:t>
            </a:r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150" name="Picture 6" descr="C:\Users\99704\Desktop\Installer JPEGs\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97" b="26194"/>
          <a:stretch/>
        </p:blipFill>
        <p:spPr bwMode="auto">
          <a:xfrm>
            <a:off x="6548747" y="3387942"/>
            <a:ext cx="2214253" cy="157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6"/>
          <p:cNvSpPr txBox="1">
            <a:spLocks/>
          </p:cNvSpPr>
          <p:nvPr/>
        </p:nvSpPr>
        <p:spPr>
          <a:xfrm>
            <a:off x="6409881" y="5029200"/>
            <a:ext cx="2657919" cy="7678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 Raise table to install seat.</a:t>
            </a:r>
          </a:p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Table will automatically</a:t>
            </a:r>
          </a:p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stop at correct position. </a:t>
            </a:r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itle 6"/>
          <p:cNvSpPr txBox="1">
            <a:spLocks/>
          </p:cNvSpPr>
          <p:nvPr/>
        </p:nvSpPr>
        <p:spPr>
          <a:xfrm>
            <a:off x="6409880" y="5867400"/>
            <a:ext cx="2657919" cy="7678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Finish assembly of ball and</a:t>
            </a:r>
          </a:p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1400" b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trunnions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then release </a:t>
            </a:r>
          </a:p>
          <a:p>
            <a:pPr algn="l"/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mandrel</a:t>
            </a:r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itle 6"/>
          <p:cNvSpPr txBox="1">
            <a:spLocks/>
          </p:cNvSpPr>
          <p:nvPr/>
        </p:nvSpPr>
        <p:spPr>
          <a:xfrm>
            <a:off x="152400" y="5413102"/>
            <a:ext cx="5891212" cy="130410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 Unicode MS" pitchFamily="34" charset="-128"/>
              </a:defRPr>
            </a:lvl9pPr>
          </a:lstStyle>
          <a:p>
            <a:pPr algn="l"/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Automated seat installer provides the following benefits: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More ergonomic; eliminates manual installation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Consistent, repeatable installation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Makes ball and </a:t>
            </a:r>
            <a:r>
              <a:rPr lang="en-US" sz="1400" b="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trunnion</a:t>
            </a: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installation easier by taking up spring pressure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400" b="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Reduces opportunity for defects</a:t>
            </a:r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21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un 06 Template">
  <a:themeElements>
    <a:clrScheme name="Jun 06 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un 06 Template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Jun 06 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n 06 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n 06 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n 06 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n 06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n 06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n 06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2091</TotalTime>
  <Words>148</Words>
  <Application>Microsoft Office PowerPoint</Application>
  <PresentationFormat>On-screen Show (4:3)</PresentationFormat>
  <Paragraphs>27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Jun 06 Template</vt:lpstr>
      <vt:lpstr>Seat Assembly – Current Method</vt:lpstr>
      <vt:lpstr>Seat Installer</vt:lpstr>
    </vt:vector>
  </TitlesOfParts>
  <Company>CAMERON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Charter</dc:title>
  <dc:creator>CAMERON</dc:creator>
  <cp:lastModifiedBy>O'Nan, Trey</cp:lastModifiedBy>
  <cp:revision>327</cp:revision>
  <cp:lastPrinted>2013-02-04T21:43:02Z</cp:lastPrinted>
  <dcterms:created xsi:type="dcterms:W3CDTF">2011-10-11T19:11:12Z</dcterms:created>
  <dcterms:modified xsi:type="dcterms:W3CDTF">2013-09-05T16:32:38Z</dcterms:modified>
</cp:coreProperties>
</file>